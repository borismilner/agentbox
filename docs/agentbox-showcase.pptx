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AgentBox, as in quick question: the thing you type in chat before interrupting a</a:t>
            </a:r>
          </a:p>
          <a:p>
            <a:r>
              <a:t>colleague. It exists so that the agents you run can reach you, and so that being</a:t>
            </a:r>
          </a:p>
          <a:p>
            <a:r>
              <a:t>reached costs you about two seconds.</a:t>
            </a:r>
          </a:p>
          <a:p/>
          <a:p>
            <a:r>
              <a:t>Everything in the next few minutes is the real software running on one machine. Every</a:t>
            </a:r>
          </a:p>
          <a:p>
            <a:r>
              <a:t>card you are about to see is a real question, and every answer goes straight back to</a:t>
            </a:r>
          </a:p>
          <a:p>
            <a:r>
              <a:t>the code that was waiting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run coding agents, you know this moment. The agent works away for twenty minutes</a:t>
            </a:r>
          </a:p>
          <a:p>
            <a:r>
              <a:t>while you are somewhere else, and then it needs one word from you, and it has nowhere to</a:t>
            </a:r>
          </a:p>
          <a:p>
            <a:r>
              <a:t>put the question.</a:t>
            </a:r>
          </a:p>
          <a:p/>
          <a:p>
            <a:r>
              <a:t>So it does one of two things, and both cost you. It stops and waits in a terminal nobody</a:t>
            </a:r>
          </a:p>
          <a:p>
            <a:r>
              <a:t>is watching, or it decides for itself and you find out afterwards, in the diff. Either way</a:t>
            </a:r>
          </a:p>
          <a:p>
            <a:r>
              <a:t>you end up sitting next to it, which is the opposite of why you started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AgentBox is a third option, and a simple one. Every agent on the machine gets one place to</a:t>
            </a:r>
          </a:p>
          <a:p>
            <a:r>
              <a:t>reach you, and being reached is made cheap: a card over whatever you are doing, a sound</a:t>
            </a:r>
          </a:p>
          <a:p>
            <a:r>
              <a:t>that tells you what kind of thing arrived, and an answer that goes straight back to the</a:t>
            </a:r>
          </a:p>
          <a:p>
            <a:r>
              <a:t>code that was waiting for it.</a:t>
            </a:r>
          </a:p>
          <a:p/>
          <a:p>
            <a:r>
              <a:t>Watch what each interruption costs as we go, because that is the whole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that is worth in a working day. An agent that can reach you is an agent you</a:t>
            </a:r>
          </a:p>
          <a:p>
            <a:r>
              <a:t>can leave running, because the moment it needs a person it has somewhere to put the</a:t>
            </a:r>
          </a:p>
          <a:p>
            <a:r>
              <a:t>question instead of stopping.</a:t>
            </a:r>
          </a:p>
          <a:p/>
          <a:p>
            <a:r>
              <a:t>You stop approving every command it runs, and start answering the few things that actually</a:t>
            </a:r>
          </a:p>
          <a:p>
            <a:r>
              <a:t>need judgement. And whatever arrives while you are away is kept, so coming back to your</a:t>
            </a:r>
          </a:p>
          <a:p>
            <a:r>
              <a:t>desk means reading an inbox rather than reconstructing what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is one Go binary and a small daemon that stays running. Fourteen tools your agent can</a:t>
            </a:r>
          </a:p>
          <a:p>
            <a:r>
              <a:t>reach over MCP, and the same fourteen from a shell script or a cron job. You register it</a:t>
            </a:r>
          </a:p>
          <a:p>
            <a:r>
              <a:t>once, and from then on every agent in every project can reach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levels, five sounds. You learn them in a day, and after that you know what kind of</a:t>
            </a:r>
          </a:p>
          <a:p>
            <a:r>
              <a:t>thing happened without stopping what you are doing.</a:t>
            </a:r>
          </a:p>
          <a:p/>
          <a:p>
            <a:r>
              <a:t>Watch which ones leave on their own. The scan and the green tests took themselves off the</a:t>
            </a:r>
          </a:p>
          <a:p>
            <a:r>
              <a:t>screen, because nothing needs you. The disk warning, the failed build and the production</a:t>
            </a:r>
          </a:p>
          <a:p>
            <a:r>
              <a:t>alert waited until they were read. And the last one arrives even in do-not-disturb, which</a:t>
            </a:r>
          </a:p>
          <a:p>
            <a:r>
              <a:t>is the only reason to have a level above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shapes of asking, and picking the right one is most of using AgentBox well. Only the</a:t>
            </a:r>
          </a:p>
          <a:p>
            <a:r>
              <a:t>first of them is free - the other five stop the agent until you answer, which is why the</a:t>
            </a:r>
          </a:p>
          <a:p>
            <a:r>
              <a:t>rule AgentBox gives an agent is one line: only ask for a decision you cannot safely make on</a:t>
            </a:r>
          </a:p>
          <a:p>
            <a:r>
              <a:t>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an agent genuinely needs you, the only number that matters is how long you take to</a:t>
            </a:r>
          </a:p>
          <a:p>
            <a:r>
              <a:t>answer. About two seconds, and no hunting for the right window.</a:t>
            </a:r>
          </a:p>
          <a:p/>
          <a:p>
            <a:r>
              <a:t>One click, and the agent already has it. It was blocked; now it is running, and nothing was</a:t>
            </a:r>
          </a:p>
          <a:p>
            <a:r>
              <a:t>left sitting in a terminal.</a:t>
            </a:r>
          </a:p>
          <a:p/>
          <a:p>
            <a:r>
              <a:t>Sometimes the answer is your words rather than a button, so it gets typed at a keyboard in</a:t>
            </a:r>
          </a:p>
          <a:p>
            <a:r>
              <a:t>the moment it was needed and comes back as a string.</a:t>
            </a:r>
          </a:p>
          <a:p/>
          <a:p>
            <a:r>
              <a:t>And every card answers from the keyboard too, which matters more than it sounds. If</a:t>
            </a:r>
          </a:p>
          <a:p>
            <a:r>
              <a:t>answering is slower than a key press you will start ignoring the cards, and then none of</a:t>
            </a:r>
          </a:p>
          <a:p>
            <a:r>
              <a:t>this was worth having.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of the time the agent already knows what to do. It just should not do it silently.</a:t>
            </a:r>
          </a:p>
          <a:p>
            <a:r>
              <a:t>So it says what it is about to do, counts down, and does it, unless you say no.</a:t>
            </a:r>
          </a:p>
          <a:p/>
          <a:p>
            <a:r>
              <a:t>Silence means yes, and silence is free. That is what lets an agent work for an hour</a:t>
            </a:r>
          </a:p>
          <a:p>
            <a:r>
              <a:t>without forty permission prompts, and still never surprise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expires on Sunday and rotating it is the obvious thing to do, so the agent</a:t>
            </a:r>
          </a:p>
          <a:p>
            <a:r>
              <a:t>says what it is about to do and starts counting. Nobody is going to stop that one, and</a:t>
            </a:r>
          </a:p>
          <a:p>
            <a:r>
              <a:t>nobody had to approve it either. Silence was the answer, and silence was free.</a:t>
            </a:r>
          </a:p>
          <a:p/>
          <a:p>
            <a:r>
              <a:t>Then the questions it genuinely has get asked together. A target, a version tag, and whether</a:t>
            </a:r>
          </a:p>
          <a:p>
            <a:r>
              <a:t>to run the migration.</a:t>
            </a:r>
          </a:p>
          <a:p/>
          <a:p>
            <a:r>
              <a:t>Three separate prompts would have been three interruptions; one card is one. An agent that</a:t>
            </a:r>
          </a:p>
          <a:p>
            <a:r>
              <a:t>batches what it needs is an agent you keep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 jobs used to leave you with two bad options: a notification for every step, or silence</a:t>
            </a:r>
          </a:p>
          <a:p>
            <a:r>
              <a:t>until the end. This is the third one. A bar in its own window, in a corner, that never</a:t>
            </a:r>
          </a:p>
          <a:p>
            <a:r>
              <a:t>takes your focus and never covers the middle of the screen where a question would land.</a:t>
            </a:r>
          </a:p>
          <a:p/>
          <a:p>
            <a:r>
              <a:t>It reports and you glance. One chime when it finishes, and an error you cannot miss if it</a:t>
            </a:r>
          </a:p>
          <a:p>
            <a:r>
              <a:t>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three questions anybody serious asks, in this order, and AgentBox has a</a:t>
            </a:r>
          </a:p>
          <a:p>
            <a:r>
              <a:t>straight answer to each. The part worth looking at is the last line of each card: it is</a:t>
            </a:r>
          </a:p>
          <a:p>
            <a:r>
              <a:t>held up by a test in the repository, not by a promise in a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need tokens, and a token must never land in a transcript, a context window or a log.</a:t>
            </a:r>
          </a:p>
          <a:p>
            <a:r>
              <a:t>So the value goes from your keyboard into a file only you can read, and the agent is handed</a:t>
            </a:r>
          </a:p>
          <a:p>
            <a:r>
              <a:t>a path to it. It reads it once and deletes it.</a:t>
            </a:r>
          </a:p>
          <a:p/>
          <a:p>
            <a:r>
              <a:t>The file is readable by you and nobody else, and AgentBox's own log records that a secret was</a:t>
            </a:r>
          </a:p>
          <a:p>
            <a:r>
              <a:t>asked for. It has never recorded one.</a:t>
            </a:r>
          </a:p>
          <a:p/>
          <a:p>
            <a:r>
              <a:t>And anything that can interrupt you needs a switch that stops it, or it ends up uninstalled.</a:t>
            </a:r>
          </a:p>
          <a:p>
            <a:r>
              <a:t>That is do-not-disturb: the routine notice you just did not see is in the inbox rather than</a:t>
            </a:r>
          </a:p>
          <a:p>
            <a:r>
              <a:t>on your screen. Held is not lost. One level is still allowed through, and you can turn even</a:t>
            </a:r>
          </a:p>
          <a:p>
            <a:r>
              <a:t>that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 agent changes your code, you get to see the change. Green for what arrives, red</a:t>
            </a:r>
          </a:p>
          <a:p>
            <a:r>
              <a:t>for what goes, and you approve it or send it back with a note in the same two seconds.</a:t>
            </a:r>
          </a:p>
          <a:p/>
          <a:p>
            <a:r>
              <a:t>This one is a request with no timeout, which pinned a worker for forty minutes on Tuesday.</a:t>
            </a:r>
          </a:p>
          <a:p>
            <a:r>
              <a:t>That is the kind of change worth a person's eye - and it is how you stop watching every</a:t>
            </a:r>
          </a:p>
          <a:p>
            <a:r>
              <a:t>command an agent runs and start reviewing the three that actually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so far has been words going back and forth. This one is different. Sometimes the</a:t>
            </a:r>
          </a:p>
          <a:p>
            <a:r>
              <a:t>answer is not a sentence at all: it is how much traffic a new build should take, or where a</a:t>
            </a:r>
          </a:p>
          <a:p>
            <a:r>
              <a:t>threshold belongs.</a:t>
            </a:r>
          </a:p>
          <a:p/>
          <a:p>
            <a:r>
              <a:t>So the agent writes the control for it, and AgentBox runs it in a window on your desk. You set</a:t>
            </a:r>
          </a:p>
          <a:p>
            <a:r>
              <a:t>it, and the value goes back to the code that was waiting. Forty small moves of a slider</a:t>
            </a:r>
          </a:p>
          <a:p>
            <a:r>
              <a:t>arrive as one number, because forty was never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canary decision from a real deploy: how much live traffic the new build should</a:t>
            </a:r>
          </a:p>
          <a:p>
            <a:r>
              <a:t>take. Too little proves nothing, too much and a bad build reaches everybody. Nobody wants to</a:t>
            </a:r>
          </a:p>
          <a:p>
            <a:r>
              <a:t>express that as a sentence in a chat box.</a:t>
            </a:r>
          </a:p>
          <a:p/>
          <a:p>
            <a:r>
              <a:t>There is an agent parked on this window right now, blocked, waiting for somebody to use it.</a:t>
            </a:r>
          </a:p>
          <a:p>
            <a:r>
              <a:t>The bar underneath the number says what the number actually means: at ten percent that is</a:t>
            </a:r>
          </a:p>
          <a:p>
            <a:r>
              <a:t>four hundred requests a minute, and the whole drag comes back as one value rather than forty.</a:t>
            </a:r>
          </a:p>
          <a:p/>
          <a:p>
            <a:r>
              <a:t>Half the traffic, and start. That click is what unblocks the deploy, and the agent on the</a:t>
            </a:r>
          </a:p>
          <a:p>
            <a:r>
              <a:t>other side of it now has a number it could never have got from a chat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produce reports, plans, tables and numbers, and in a terminal you scroll past all of</a:t>
            </a:r>
          </a:p>
          <a:p>
            <a:r>
              <a:t>it. This is the report from the release you just approved, in a window built to read it in.</a:t>
            </a:r>
          </a:p>
          <a:p/>
          <a:p>
            <a:r>
              <a:t>A table of what shipped and what it risked. The arithmetic behind that rollout number, set</a:t>
            </a:r>
          </a:p>
          <a:p>
            <a:r>
              <a:t>as real mathematics. The pipeline it ran, drawn from the agent's own description of it. A</a:t>
            </a:r>
          </a:p>
          <a:p>
            <a:r>
              <a:t>chart of what the week cost in interruptions. And an image read straight off this disk,</a:t>
            </a:r>
          </a:p>
          <a:p>
            <a:r>
              <a:t>because nothing on that page is allowed to touch the network.</a:t>
            </a:r>
          </a:p>
          <a:p/>
          <a:p>
            <a:r>
              <a:t>Then the record. Every interruption is kept: who asked, what for, and how long you took to</a:t>
            </a:r>
          </a:p>
          <a:p>
            <a:r>
              <a:t>answer, per agent and per project.</a:t>
            </a:r>
          </a:p>
          <a:p/>
          <a:p>
            <a:r>
              <a:t>That is how you find out which agent is expensive, and turn that one down.</a:t>
            </a:r>
          </a:p>
          <a:p/>
          <a:p>
            <a:r>
              <a:t>And it is the same window that holds the sounds, the quiet hours and every other switch. A</a:t>
            </a:r>
          </a:p>
          <a:p>
            <a:r>
              <a:t>change there applies while you watch, not at the next restart.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so far has been the agent asking you. This is the same channel in the other</a:t>
            </a:r>
          </a:p>
          <a:p>
            <a:r>
              <a:t>direction: one hotkey, and a console comes down over whatever you were doing, with a live</a:t>
            </a:r>
          </a:p>
          <a:p>
            <a:r>
              <a:t>session already in it.</a:t>
            </a:r>
          </a:p>
          <a:p/>
          <a:p>
            <a:r>
              <a:t>Two things make it worth using instead of opening a terminal. It is already there, with</a:t>
            </a:r>
          </a:p>
          <a:p>
            <a:r>
              <a:t>no window to find and no directory to change into. And the session knows it is inside</a:t>
            </a:r>
          </a:p>
          <a:p>
            <a:r>
              <a:t>AgentBox, so when you give it something long and walk away, it reaches you when it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top of the screen. One key, and there it is, centred on the monitor, half its</a:t>
            </a:r>
          </a:p>
          <a:p>
            <a:r>
              <a:t>height, with a session waiting.</a:t>
            </a:r>
          </a:p>
          <a:p/>
          <a:p>
            <a:r>
              <a:t>That is a real Claude Code session on this machine, and the reply is streaming as it is</a:t>
            </a:r>
          </a:p>
          <a:p>
            <a:r>
              <a:t>written.</a:t>
            </a:r>
          </a:p>
          <a:p/>
          <a:p>
            <a:r>
              <a:t>Notice what it says about interrupting me. It was told at startup that it is running</a:t>
            </a:r>
          </a:p>
          <a:p>
            <a:r>
              <a:t>inside AgentBox, so it treats a question as something to raise here, and a finished job as</a:t>
            </a:r>
          </a:p>
          <a:p>
            <a:r>
              <a:t>something worth telling you about. And the same key puts it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honest things about where this is. It is in daily use on this machine, and it is still</a:t>
            </a:r>
          </a:p>
          <a:p>
            <a:r>
              <a:t>being built, so what you have seen is a working tool rather than a finished product.</a:t>
            </a:r>
          </a:p>
          <a:p/>
          <a:p>
            <a:r>
              <a:t>Three things are coming that change what it can do. Away delivery, so a question that matters</a:t>
            </a:r>
          </a:p>
          <a:p>
            <a:r>
              <a:t>can reach you when you are not at this desk at all. Running whole agent sessions from that</a:t>
            </a:r>
          </a:p>
          <a:p>
            <a:r>
              <a:t>panel, not just talking to one. And the same window handling on Wayland, with packages so</a:t>
            </a:r>
          </a:p>
          <a:p>
            <a:r>
              <a:t>installing it is one command.</a:t>
            </a:r>
          </a:p>
          <a:p/>
          <a:p>
            <a:r>
              <a:t>Underneath that, the vocabulary keeps growing: more shapes of asking, and a preview of what</a:t>
            </a:r>
          </a:p>
          <a:p>
            <a:r>
              <a:t>is queued behind the card you are looking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it is four lines. Bootstrap installs what a fresh machine needs, including a</a:t>
            </a:r>
          </a:p>
          <a:p>
            <a:r>
              <a:t>speech engine and a voice. Install puts the binary where your desktop can find it. One</a:t>
            </a:r>
          </a:p>
          <a:p>
            <a:r>
              <a:t>more line registers it with Claude Code, for every project at once. After that you forget</a:t>
            </a:r>
          </a:p>
          <a:p>
            <a:r>
              <a:t>it is there, until it has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was a release going out, a job being watched, a secret being handed over and a diff</a:t>
            </a:r>
          </a:p>
          <a:p>
            <a:r>
              <a:t>being approved - about fifteen interruptions, and not one of them took more than a couple</a:t>
            </a:r>
          </a:p>
          <a:p>
            <a:r>
              <a:t>of seconds to deal with.</a:t>
            </a:r>
          </a:p>
          <a:p/>
          <a:p>
            <a:r>
              <a:t>That is the whole idea. Your agents run unattended, and you get pulled in for the decisions</a:t>
            </a:r>
          </a:p>
          <a:p>
            <a:r>
              <a:t>that are actually yours. One binary, on your own machine, and nothing leaves it. Thanks for</a:t>
            </a:r>
          </a:p>
          <a:p>
            <a:r>
              <a:t>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05740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400" b="1" i="0">
                <a:solidFill>
                  <a:srgbClr val="ECF1F6"/>
                </a:solidFill>
                <a:latin typeface="Ubuntu Sans"/>
              </a:rPr>
              <a:t>agentbox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331012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22C55E"/>
                </a:solidFill>
                <a:latin typeface="Ubuntu Sans"/>
              </a:rPr>
              <a:t>Stop babysitting your agents.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4041648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0" i="0">
                <a:solidFill>
                  <a:srgbClr val="9EACBA"/>
                </a:solidFill>
                <a:latin typeface="Ubuntu Sans"/>
              </a:rPr>
              <a:t>A desktop interaction hub for AI agents: a card over whatever you are doing, a sound that says what kind of thing it is, and an answer that goes straight back to the code that is blocked on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one binary  ·  fourteen tools  ·  MCP and CLI  ·  no cloud, no account, nothing leaves the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 i="0">
                <a:solidFill>
                  <a:srgbClr val="ECF1F6"/>
                </a:solidFill>
                <a:latin typeface="Ubuntu Sans"/>
              </a:rPr>
              <a:t>Your agent has been waiting
forty minutes for one word.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6324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86968" y="3621024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9576" y="3474720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It stops and waits.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In a terminal nobody is looking at. Forty minutes of nothing.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433425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79576" y="4187952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Or it decides for itself.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And you find out afterwards, in the diff.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5047488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9576" y="4901183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Either way you babysit.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Which is the opposite of why you started the agent.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THE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 i="0">
                <a:solidFill>
                  <a:srgbClr val="ECF1F6"/>
                </a:solidFill>
                <a:latin typeface="Ubuntu Sans"/>
              </a:rPr>
              <a:t>One place every agent
can reach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06324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86968" y="3621024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9576" y="3474720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An interruption has a price.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So the cheap ones cost you nothing but a sound.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" y="433425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79576" y="4187952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Answering takes about two seconds.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One keystroke or one click, wherever you were.</a:t>
            </a:r>
          </a:p>
        </p:txBody>
      </p:sp>
      <p:sp>
        <p:nvSpPr>
          <p:cNvPr id="22" name="Oval 21"/>
          <p:cNvSpPr/>
          <p:nvPr/>
        </p:nvSpPr>
        <p:spPr>
          <a:xfrm>
            <a:off x="886968" y="5047488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79576" y="4901183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The answer goes back to the code.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Exit codes and JSON, not a chat transcript.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WHAT IT BUYS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 i="0">
                <a:solidFill>
                  <a:srgbClr val="ECF1F6"/>
                </a:solidFill>
                <a:latin typeface="Ubuntu Sans"/>
              </a:rPr>
              <a:t>Hours of unattended work,
with the decisions still yours.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6324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86968" y="3621024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9576" y="3474720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An agent can work for an hour on its own.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It asks when a person is genuinely needed.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433425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79576" y="4187952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You get the decisions, not the steps.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Approving every command stops being the price.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5047488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9576" y="4901183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Nothing is lost while you are away.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Every question waits, with a record of what it cost.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1" i="0">
                <a:solidFill>
                  <a:srgbClr val="ECF1F6"/>
                </a:solidFill>
                <a:latin typeface="Ubuntu Sans"/>
              </a:rPr>
              <a:t>One binary. Fourteen tools.
Every agent, every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1752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 i="0">
                <a:solidFill>
                  <a:srgbClr val="ECF1F6"/>
                </a:solidFill>
                <a:latin typeface="Ubuntu Sans"/>
              </a:rPr>
              <a:t>Notify · Ask · Input · Confirm · Veto · Form · Secret · Review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 i="0">
                <a:solidFill>
                  <a:srgbClr val="ECF1F6"/>
                </a:solidFill>
                <a:latin typeface="Ubuntu Sans"/>
              </a:rPr>
              <a:t>Progress · Document · Artifact · Await · Read · Speak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0" i="0">
                <a:solidFill>
                  <a:srgbClr val="ECF1F6"/>
                </a:solidFill>
                <a:latin typeface="Ubuntu Sans"/>
              </a:rPr>
              <a:t/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 i="0">
                <a:solidFill>
                  <a:srgbClr val="9EACBA"/>
                </a:solidFill>
                <a:latin typeface="Ubuntu Sans"/>
              </a:rPr>
              <a:t>MCP for agents, the same fourteen as a CLI for shell scripts, hooks and cron. One resident daemon owns the windows.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310128"/>
            <a:ext cx="4983480" cy="1481328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5392" y="3438144"/>
            <a:ext cx="4526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setup,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712464"/>
            <a:ext cx="4526280" cy="11155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claude mcp add --scope user agentbox agentbox mcp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fourteen tools, in every session, in every project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ask --title 'Deploy?' --option Yes --option Hold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→ Yes            # exit 0, on stdout, ready for a shell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The cheapest interruption is a sound.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1755648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notify --level info    --title 'Dependency scan finished'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notify --level success --title 'Tests are green on main'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notify --level warning --title 'Staging disk is at 86%'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notify --level error   --title 'The nightly build failed'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notify --level urgent  --title 'Production error rate is climbing'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THE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Six shapes of asking,
and five of them wait for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7180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3090672"/>
            <a:ext cx="104543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TOOL              WHAT IT ASKS                BLOCKS    HOW IT IS ANSWERED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64992"/>
            <a:ext cx="10454335" cy="347472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33271" y="3429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2C55E"/>
                </a:solidFill>
                <a:latin typeface="JetBrains Mono"/>
              </a:rPr>
              <a:t>notify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4290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ECF1F6"/>
                </a:solidFill>
                <a:latin typeface="Ubuntu Sans"/>
              </a:rPr>
              <a:t>something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4290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E6C7A"/>
                </a:solidFill>
                <a:latin typeface="JetBrains Mono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4290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a sound and a card you can ignore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767328"/>
            <a:ext cx="1045433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33271" y="38313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2C55E"/>
                </a:solidFill>
                <a:latin typeface="JetBrains Mono"/>
              </a:rPr>
              <a:t>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83133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ECF1F6"/>
                </a:solidFill>
                <a:latin typeface="Ubuntu Sans"/>
              </a:rPr>
              <a:t>one of two to nine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8313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59E0B"/>
                </a:solidFill>
                <a:latin typeface="JetBrains Mono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83133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digits 1-9 answer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169664"/>
            <a:ext cx="10454335" cy="347472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33271" y="42336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2C55E"/>
                </a:solidFill>
                <a:latin typeface="JetBrains Mono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2336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ECF1F6"/>
                </a:solidFill>
                <a:latin typeface="Ubuntu Sans"/>
              </a:rPr>
              <a:t>your 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4233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59E0B"/>
                </a:solidFill>
                <a:latin typeface="JetBrains Mono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2336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free text, typed and sent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572000"/>
            <a:ext cx="1045433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3271" y="46360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2C55E"/>
                </a:solidFill>
                <a:latin typeface="JetBrains Mono"/>
              </a:rPr>
              <a:t>confirm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6360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ECF1F6"/>
                </a:solidFill>
                <a:latin typeface="Ubuntu Sans"/>
              </a:rPr>
              <a:t>yes or 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46360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59E0B"/>
                </a:solidFill>
                <a:latin typeface="JetBrains Mono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63600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exit 0 or exit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974336"/>
            <a:ext cx="10454335" cy="347472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3271" y="50383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2C55E"/>
                </a:solidFill>
                <a:latin typeface="JetBrains Mono"/>
              </a:rPr>
              <a:t>veto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503834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ECF1F6"/>
                </a:solidFill>
                <a:latin typeface="Ubuntu Sans"/>
              </a:rPr>
              <a:t>I am about to…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383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59E0B"/>
                </a:solidFill>
                <a:latin typeface="JetBrains Mono"/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3834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proceeds unless you stop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5376672"/>
            <a:ext cx="1045433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33271" y="54406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22C55E"/>
                </a:solidFill>
                <a:latin typeface="JetBrains Mono"/>
              </a:rPr>
              <a:t>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440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ECF1F6"/>
                </a:solidFill>
                <a:latin typeface="Ubuntu Sans"/>
              </a:rPr>
              <a:t>four answers at 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54406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59E0B"/>
                </a:solidFill>
                <a:latin typeface="JetBrains Mono"/>
              </a:rP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4406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one card, not four interruptions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A decision, in two seconds.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2029967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ask --title 'Where should this release go?' \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>      --option Staging --option Production --option 'Hold it'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→ {"answered":true,"answer":"Staging"}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input   --title 'What should I tag it?'        # your words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confirm --title 'Run the migration on staging?'  # y or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THE ONE YOU WILL USE MOST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400" b="1" i="0">
                <a:solidFill>
                  <a:srgbClr val="ECF1F6"/>
                </a:solidFill>
                <a:latin typeface="Ubuntu Sans"/>
              </a:rPr>
              <a:t>Silence means yes.
And silence is free.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1089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86968" y="3666744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9576" y="3520440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Most of the time the agent knows what to do.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It just should not do it silently.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" y="4325112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79576" y="4178808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So it says what it is about to do, and counts down.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You do nothing; it proceeds.</a:t>
            </a:r>
          </a:p>
        </p:txBody>
      </p:sp>
      <p:sp>
        <p:nvSpPr>
          <p:cNvPr id="22" name="Oval 21"/>
          <p:cNvSpPr/>
          <p:nvPr/>
        </p:nvSpPr>
        <p:spPr>
          <a:xfrm>
            <a:off x="886968" y="4983480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79576" y="4837176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Forty permission prompts become none.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And it still never surprises you.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440680"/>
            <a:ext cx="10454335" cy="77724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24712" y="5641848"/>
            <a:ext cx="9997135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veto --in 10 --title 'Rotating the staging certificate'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→ proceeding     # exit 0. Stop → 'vetoed', exit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Act unless stopped. Then three answers in one card.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2304288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veto --in 12 --level warning \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>      --title 'Rotating the staging TLS certificate'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nobody stops it, and that is the point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form --title 'Release checklist' \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>      --field choice:target:staging,production,canary \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>      --field text:tag --field bool:migrate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A long job, without a
notification per step.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2029967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./reindex.sh | agentbox progress --title 'Reindexing the search corpus'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each line of stdin is a percentage and a label: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  0 reading rows · 45 building the index · 90 verifying · 100 done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its own window, in a corner, and it never takes your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THE THREE QUESTIONS WORTH 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600" b="1" i="0">
                <a:solidFill>
                  <a:srgbClr val="ECF1F6"/>
                </a:solidFill>
                <a:latin typeface="Ubuntu Sans"/>
              </a:rPr>
              <a:t>Can it leak? Can it phone home?
Can I switch it off?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7180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3228746" cy="251460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68680" y="3383280"/>
            <a:ext cx="3228746" cy="5029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26801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A secret never reaches
the transcript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26280"/>
            <a:ext cx="26801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Masked entry, straight to a 0600 file. The agent gets a path, not a value. The log records that a secret was asked for - never what it was.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1746" y="3383280"/>
            <a:ext cx="3228746" cy="251460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71746" y="3383280"/>
            <a:ext cx="3228746" cy="502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46066" y="3657600"/>
            <a:ext cx="26801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Agent content cannot
reach a 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6066" y="4526280"/>
            <a:ext cx="26801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An artifact runs with no network at all. An image may name a local file and nothing else. Both enforced by tests, not by a promise.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74812" y="3383280"/>
            <a:ext cx="3228746" cy="251460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74812" y="3383280"/>
            <a:ext cx="3228746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49132" y="3657600"/>
            <a:ext cx="26801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Every switch you
would 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9132" y="4526280"/>
            <a:ext cx="26801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Do-not-disturb, per-agent mute, quiet hours - and the one level that pierces DND can be turned off too.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A secret, and the off switch.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2029967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secret --title 'Deploy token for the release' --to-file ./token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→ {"secret_path":"./token"}     $ stat -c %A ./token  →  -rw-------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dnd on     # the routine notice never appears; it is in the inbox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notify --level urgent --title 'Production error rate is climbing'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urgent pierces DND - and you can turn even that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Review the three commands that matter,
not all forty.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1481328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1155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review --title 'Approve this change to the API client?' \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>      --diff-file timeout.diff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→ {"answer":"approved","approved":true}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'Request changes' returns rejected, and your note comes back as reply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WHEN WORDS ARE THE WRONG SHAPE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When the answer is a number,
a shape, or a selection.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06324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86968" y="3621024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9576" y="3474720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Some answers are not a sentence.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A rollout share, a threshold, a point on a curve.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" y="4279392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79576" y="4133087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So the agent builds the control.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A small interface in a window, with no network.</a:t>
            </a:r>
          </a:p>
        </p:txBody>
      </p:sp>
      <p:sp>
        <p:nvSpPr>
          <p:cNvPr id="22" name="Oval 21"/>
          <p:cNvSpPr/>
          <p:nvPr/>
        </p:nvSpPr>
        <p:spPr>
          <a:xfrm>
            <a:off x="886968" y="4937760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79576" y="4791456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You set it; the agent gets the value.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One number back, not forty, and it unblocks.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440680"/>
            <a:ext cx="10454335" cy="77724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24712" y="5641848"/>
            <a:ext cx="9997135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show --artifact rollout.jsx      # the interface it wrote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→ {"action":"start","percent":50}        # what you set, back in the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An interface the agent wrote,
for a decision it cannot make.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1755648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id=$(agentbox show --artifact rollout.jsx)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artifact wait --id $id --name rollout      # this blocks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→ rollout {"action":"start","percent":50}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React in a sandbox with no network, and one way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A report worth reading, and the record
of what everything cost.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1481328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1155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show --title 'Release report' report.md   # tables, maths, charts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app --tab inbox      # who asked, what for, how long you took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stats --since 24h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60A5FA"/>
                </a:solidFill>
                <a:latin typeface="JetBrains Mono"/>
              </a:rPr>
              <a:t>ONE MORE 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And when you want the agent,
rather than the other way round.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063240"/>
            <a:ext cx="1371600" cy="320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86968" y="3621024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9576" y="3474720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One hotkey, over whatever you were doing.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A console rolls down from the top edge.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" y="4279392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79576" y="4133087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It always has a session in it.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You came with a sentence, not to click New.</a:t>
            </a:r>
          </a:p>
        </p:txBody>
      </p:sp>
      <p:sp>
        <p:nvSpPr>
          <p:cNvPr id="22" name="Oval 21"/>
          <p:cNvSpPr/>
          <p:nvPr/>
        </p:nvSpPr>
        <p:spPr>
          <a:xfrm>
            <a:off x="886968" y="4937760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79576" y="4791456"/>
            <a:ext cx="101434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It knows it is inside AgentBox.  </a:t>
            </a:r>
            <a:r>
              <a:rPr sz="1900" b="0" i="0">
                <a:solidFill>
                  <a:srgbClr val="9EACBA"/>
                </a:solidFill>
                <a:latin typeface="Ubuntu Sans"/>
              </a:rPr>
              <a:t>So it reports back instead of waiting in a pipe.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94960"/>
            <a:ext cx="10454335" cy="86868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24712" y="5596128"/>
            <a:ext cx="9997135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>ctrl+alt+`                            # or `agentbox panel show`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type into it; a real Claude Code session answers, streaming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→ plan or full, per session · Esc rolls it back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005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6424" y="10881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6080A"/>
                </a:solidFill>
                <a:latin typeface="JetBrains Mono"/>
              </a:rPr>
              <a:t>LIVE  ·  NOT A MOCK-UP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691640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A console, over everything, with the
agent already in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803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454335" cy="2029967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4712" y="3438144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on this machine,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2464"/>
            <a:ext cx="9997135" cy="16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>ctrl+alt+`         # it rolls down, wherever you were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>&gt; In one sentence: what is agentbox, and when should you interrupt me?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a real Claude Code session answers, streaming, and the same key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puts it away. Plan or full, per session.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E6C7A"/>
                </a:solidFill>
                <a:latin typeface="JetBrains Mono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60A5FA"/>
                </a:solidFill>
                <a:latin typeface="JetBrains Mono"/>
              </a:rPr>
              <a:t>WHAT IS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 i="0">
                <a:solidFill>
                  <a:srgbClr val="ECF1F6"/>
                </a:solidFill>
                <a:latin typeface="Ubuntu Sans"/>
              </a:rPr>
              <a:t>It is in daily use here,
and it is still being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17520"/>
            <a:ext cx="1371600" cy="320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68680" y="3456432"/>
            <a:ext cx="3228746" cy="228600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68680" y="3456432"/>
            <a:ext cx="3228746" cy="502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730752"/>
            <a:ext cx="26801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Away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15968"/>
            <a:ext cx="26801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A relay, so a question that matters can reach you when you are not at this desk at all - the one thing a local-only tool cannot do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1746" y="3456432"/>
            <a:ext cx="3228746" cy="228600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71746" y="3456432"/>
            <a:ext cx="3228746" cy="5029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46066" y="3730752"/>
            <a:ext cx="26801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Sessions without a 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6066" y="4315968"/>
            <a:ext cx="26801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Start, watch and answer agent sessions from the panel itself, with the progress of each one visible while it runs.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74812" y="3456432"/>
            <a:ext cx="3228746" cy="2286000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74812" y="3456432"/>
            <a:ext cx="3228746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49132" y="3730752"/>
            <a:ext cx="26801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ECF1F6"/>
                </a:solidFill>
                <a:latin typeface="Ubuntu Sans"/>
              </a:rPr>
              <a:t>Wayland, and packages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9132" y="4315968"/>
            <a:ext cx="268010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9EACBA"/>
                </a:solidFill>
                <a:latin typeface="Ubuntu Sans"/>
              </a:rPr>
              <a:t>The window work that X11 gets today, on Wayland - and distribution packages, so installing it is one command from a repository.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E6C7A"/>
                </a:solidFill>
                <a:latin typeface="Ubuntu Sans"/>
              </a:rPr>
              <a:t>Multi-select questions, a preview of what is queued, richer forms: the vocabulary keeps growing.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40233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329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 i="0">
                <a:solidFill>
                  <a:srgbClr val="ECF1F6"/>
                </a:solidFill>
                <a:latin typeface="JetBrains Mono"/>
              </a:rPr>
              <a:t>agentbox</a:t>
            </a:r>
            <a:r>
              <a:rPr sz="1100" b="0" i="0">
                <a:solidFill>
                  <a:srgbClr val="5E6C7A"/>
                </a:solidFill>
                <a:latin typeface="JetBrains Mono"/>
              </a:rPr>
              <a:t>  ·  stop babysitting your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2C55E"/>
                </a:solidFill>
                <a:latin typeface="JetBrains Mono"/>
              </a:rPr>
              <a:t>HOW YOU GET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89912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 i="0">
                <a:solidFill>
                  <a:srgbClr val="ECF1F6"/>
                </a:solidFill>
                <a:latin typeface="Ubuntu Sans"/>
              </a:rPr>
              <a:t>Four commands, then forget
it is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1752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68680" y="3429000"/>
            <a:ext cx="10454335" cy="2304288"/>
          </a:xfrm>
          <a:prstGeom prst="roundRect">
            <a:avLst/>
          </a:prstGeom>
          <a:solidFill>
            <a:srgbClr val="11161D"/>
          </a:solidFill>
          <a:ln w="12700">
            <a:solidFill>
              <a:srgbClr val="1E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24712" y="3557016"/>
            <a:ext cx="9997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a machine that has never seen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831336"/>
            <a:ext cx="9997135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make bootstrap    # toolchain, GTK4/WebKit headers, voice, config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make install      # binary, launcher, systemd user service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systemctl --user enable --now agentbox.service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claude mcp add --scope user agentbox agentbox mcp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9EACBA"/>
                </a:solidFill>
                <a:latin typeface="JetBrains Mono"/>
              </a:rPr>
              <a:t/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5E6C7A"/>
                </a:solidFill>
                <a:latin typeface="JetBrains Mono"/>
              </a:rPr>
              <a:t># and for an agent, the whole manual: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i="0">
                <a:solidFill>
                  <a:srgbClr val="22C55E"/>
                </a:solidFill>
                <a:latin typeface="JetBrains Mono"/>
              </a:rPr>
              <a:t>$ </a:t>
            </a:r>
            <a:r>
              <a:rPr sz="1300" b="0" i="0">
                <a:solidFill>
                  <a:srgbClr val="ECF1F6"/>
                </a:solidFill>
                <a:latin typeface="JetBrains Mono"/>
              </a:rPr>
              <a:t>agentbox docs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4360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22C55E"/>
                </a:solidFill>
                <a:latin typeface="JetBrains Mono"/>
              </a:rPr>
              <a:t>make doctor</a:t>
            </a:r>
            <a:r>
              <a:rPr sz="1500" b="0" i="0">
                <a:solidFill>
                  <a:srgbClr val="9EACBA"/>
                </a:solidFill>
                <a:latin typeface="Ubuntu Sans"/>
              </a:rPr>
              <a:t>  tells you what is missing, and installs nothing.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80A"/>
              </a:gs>
              <a:gs pos="100000">
                <a:srgbClr val="0D111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814255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0287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26319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351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8383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b
1
イ
キ
シ
チ
ニ
b
1
イ
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0
エ
ケ
セ
テ
ネ
d
0
エ
ケ
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00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カ
サ
タ
ナ
a
f
ア
カ
サ
タ
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6479" y="7772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ス
ツ
ヌ
c
0
ウ
ク
ス
ツ
ヌ
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62511" y="1234440"/>
            <a:ext cx="274320" cy="685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43A22"/>
                </a:solidFill>
                <a:latin typeface="JetBrains Mono"/>
              </a:rPr>
              <a:t>ト
ノ
e
1
オ
コ
ソ
ト
ノ
e
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9509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ECF1F6"/>
                </a:solidFill>
                <a:latin typeface="Ubuntu Sans"/>
              </a:rPr>
              <a:t>Your agents run unattended.
You get pulled in for the decisions
only you can make.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480560"/>
            <a:ext cx="1371600" cy="320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9EACBA"/>
                </a:solidFill>
                <a:latin typeface="Ubuntu Sans"/>
              </a:rPr>
              <a:t>agentbox · one binary, a daemon, and fourteen ways to reach you. No cloud, no account, nothing leaving this machine.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1">
                <a:solidFill>
                  <a:srgbClr val="5E6C7A"/>
                </a:solidFill>
                <a:latin typeface="Ubuntu Sans"/>
              </a:rPr>
              <a:t>agentbox docs agent  ·  the manual an agent reads before it interrupts you for the first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91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i="0">
                <a:solidFill>
                  <a:srgbClr val="5E6C7A"/>
                </a:solidFill>
                <a:latin typeface="JetBrains Mono"/>
              </a:rPr>
              <a:t>boris.milner@gmail.com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